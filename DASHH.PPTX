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4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3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7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4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2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0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6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9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1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0E751-8A22-4FB5-B591-3CA740EB39D0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52880-D619-43C6-97C9-319E2D2D6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6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 trans="28000" gridSize="1"/>
                    </a14:imgEffect>
                    <a14:imgEffect>
                      <a14:sharpenSoften amount="-45000"/>
                    </a14:imgEffect>
                    <a14:imgEffect>
                      <a14:colorTemperature colorTemp="2957"/>
                    </a14:imgEffect>
                    <a14:imgEffect>
                      <a14:saturation sat="70000"/>
                    </a14:imgEffect>
                    <a14:imgEffect>
                      <a14:brightnessContrast bright="-57000" contrast="6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6949" y="1463040"/>
            <a:ext cx="4262510" cy="2356340"/>
          </a:xfrm>
          <a:prstGeom prst="roundRect">
            <a:avLst>
              <a:gd name="adj" fmla="val 7115"/>
            </a:avLst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722577" y="1463040"/>
            <a:ext cx="4262510" cy="2382131"/>
          </a:xfrm>
          <a:prstGeom prst="roundRect">
            <a:avLst>
              <a:gd name="adj" fmla="val 6037"/>
            </a:avLst>
          </a:prstGeom>
          <a:gradFill>
            <a:gsLst>
              <a:gs pos="39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282374" y="116061"/>
            <a:ext cx="4702713" cy="1085555"/>
          </a:xfrm>
          <a:prstGeom prst="roundRect">
            <a:avLst/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31530" y="4030397"/>
            <a:ext cx="3904372" cy="2501701"/>
          </a:xfrm>
          <a:prstGeom prst="roundRect">
            <a:avLst>
              <a:gd name="adj" fmla="val 7108"/>
            </a:avLst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316436" y="4030397"/>
            <a:ext cx="3828758" cy="2501701"/>
          </a:xfrm>
          <a:prstGeom prst="roundRect">
            <a:avLst>
              <a:gd name="adj" fmla="val 7107"/>
            </a:avLst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8323383" y="4106594"/>
            <a:ext cx="3699803" cy="2434883"/>
          </a:xfrm>
          <a:prstGeom prst="roundRect">
            <a:avLst>
              <a:gd name="adj" fmla="val 6267"/>
            </a:avLst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692769" y="116061"/>
            <a:ext cx="3470029" cy="1085555"/>
          </a:xfrm>
          <a:prstGeom prst="roundRect">
            <a:avLst/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96949" y="166468"/>
            <a:ext cx="2096086" cy="1085555"/>
          </a:xfrm>
          <a:prstGeom prst="roundRect">
            <a:avLst/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204" y="166468"/>
            <a:ext cx="1244990" cy="10855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Rounded Rectangle 16"/>
          <p:cNvSpPr/>
          <p:nvPr/>
        </p:nvSpPr>
        <p:spPr>
          <a:xfrm>
            <a:off x="4600135" y="1463040"/>
            <a:ext cx="2968283" cy="2356340"/>
          </a:xfrm>
          <a:prstGeom prst="roundRect">
            <a:avLst>
              <a:gd name="adj" fmla="val 6518"/>
            </a:avLst>
          </a:prstGeom>
          <a:gradFill>
            <a:gsLst>
              <a:gs pos="44000">
                <a:srgbClr val="333F50"/>
              </a:gs>
              <a:gs pos="13000">
                <a:schemeClr val="tx2">
                  <a:lumMod val="75000"/>
                </a:schemeClr>
              </a:gs>
              <a:gs pos="100000">
                <a:schemeClr val="tx1">
                  <a:alpha val="76000"/>
                  <a:lumMod val="96000"/>
                </a:schemeClr>
              </a:gs>
              <a:gs pos="5800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7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2024-01-15T11:56:38Z</dcterms:created>
  <dcterms:modified xsi:type="dcterms:W3CDTF">2024-01-15T12:33:47Z</dcterms:modified>
</cp:coreProperties>
</file>